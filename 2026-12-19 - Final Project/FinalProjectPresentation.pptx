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4"/>
  </p:notesMasterIdLst>
  <p:handoutMasterIdLst>
    <p:handoutMasterId r:id="rId55"/>
  </p:handoutMasterIdLst>
  <p:sldIdLst>
    <p:sldId id="271" r:id="rId2"/>
    <p:sldId id="439" r:id="rId3"/>
    <p:sldId id="440" r:id="rId4"/>
    <p:sldId id="444" r:id="rId5"/>
    <p:sldId id="484" r:id="rId6"/>
    <p:sldId id="456" r:id="rId7"/>
    <p:sldId id="473" r:id="rId8"/>
    <p:sldId id="467" r:id="rId9"/>
    <p:sldId id="471" r:id="rId10"/>
    <p:sldId id="470" r:id="rId11"/>
    <p:sldId id="472" r:id="rId12"/>
    <p:sldId id="485" r:id="rId13"/>
    <p:sldId id="433" r:id="rId14"/>
    <p:sldId id="441" r:id="rId15"/>
    <p:sldId id="434" r:id="rId16"/>
    <p:sldId id="443" r:id="rId17"/>
    <p:sldId id="435" r:id="rId18"/>
    <p:sldId id="436" r:id="rId19"/>
    <p:sldId id="438" r:id="rId20"/>
    <p:sldId id="442" r:id="rId21"/>
    <p:sldId id="445" r:id="rId22"/>
    <p:sldId id="465" r:id="rId23"/>
    <p:sldId id="466" r:id="rId24"/>
    <p:sldId id="446" r:id="rId25"/>
    <p:sldId id="447" r:id="rId26"/>
    <p:sldId id="448" r:id="rId27"/>
    <p:sldId id="449" r:id="rId28"/>
    <p:sldId id="450" r:id="rId29"/>
    <p:sldId id="451" r:id="rId30"/>
    <p:sldId id="452" r:id="rId31"/>
    <p:sldId id="453" r:id="rId32"/>
    <p:sldId id="454" r:id="rId33"/>
    <p:sldId id="455" r:id="rId34"/>
    <p:sldId id="457" r:id="rId35"/>
    <p:sldId id="458" r:id="rId36"/>
    <p:sldId id="459" r:id="rId37"/>
    <p:sldId id="460" r:id="rId38"/>
    <p:sldId id="461" r:id="rId39"/>
    <p:sldId id="462" r:id="rId40"/>
    <p:sldId id="482" r:id="rId41"/>
    <p:sldId id="483" r:id="rId42"/>
    <p:sldId id="474" r:id="rId43"/>
    <p:sldId id="475" r:id="rId44"/>
    <p:sldId id="476" r:id="rId45"/>
    <p:sldId id="477" r:id="rId46"/>
    <p:sldId id="463" r:id="rId47"/>
    <p:sldId id="464" r:id="rId48"/>
    <p:sldId id="478" r:id="rId49"/>
    <p:sldId id="479" r:id="rId50"/>
    <p:sldId id="480" r:id="rId51"/>
    <p:sldId id="481" r:id="rId52"/>
    <p:sldId id="486" r:id="rId53"/>
  </p:sldIdLst>
  <p:sldSz cx="9144000" cy="5143500" type="screen16x9"/>
  <p:notesSz cx="6858000" cy="9144000"/>
  <p:custDataLst>
    <p:tags r:id="rId56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5pPr>
    <a:lvl6pPr marL="22860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6pPr>
    <a:lvl7pPr marL="27432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7pPr>
    <a:lvl8pPr marL="32004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8pPr>
    <a:lvl9pPr marL="3657600" algn="l" defTabSz="457200" rtl="0" eaLnBrk="1" latinLnBrk="0" hangingPunct="1">
      <a:defRPr kumimoji="1" sz="2400" kern="1200">
        <a:solidFill>
          <a:schemeClr val="tx1"/>
        </a:solidFill>
        <a:latin typeface="Verdana" pitchFamily="4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e Churchill" initials="DC" lastIdx="1" clrIdx="0">
    <p:extLst>
      <p:ext uri="{19B8F6BF-5375-455C-9EA6-DF929625EA0E}">
        <p15:presenceInfo xmlns:p15="http://schemas.microsoft.com/office/powerpoint/2012/main" userId="8cba02fe05e6a0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323"/>
    <a:srgbClr val="252C3B"/>
    <a:srgbClr val="2A1D11"/>
    <a:srgbClr val="000000"/>
    <a:srgbClr val="896136"/>
    <a:srgbClr val="4B4C49"/>
    <a:srgbClr val="996633"/>
    <a:srgbClr val="CC6600"/>
    <a:srgbClr val="993300"/>
    <a:srgbClr val="FEE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7" autoAdjust="0"/>
    <p:restoredTop sz="84118" autoAdjust="0"/>
  </p:normalViewPr>
  <p:slideViewPr>
    <p:cSldViewPr>
      <p:cViewPr varScale="1">
        <p:scale>
          <a:sx n="166" d="100"/>
          <a:sy n="166" d="100"/>
        </p:scale>
        <p:origin x="1908" y="3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Verdana" pitchFamily="45" charset="0"/>
              </a:defRPr>
            </a:lvl1pPr>
          </a:lstStyle>
          <a:p>
            <a:pPr>
              <a:defRPr/>
            </a:pPr>
            <a:fld id="{B5B8EDBE-E71A-4485-AEB1-C3F3E4558C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42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9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>
                <a:latin typeface="Verdana" pitchFamily="45" charset="0"/>
              </a:defRPr>
            </a:lvl1pPr>
          </a:lstStyle>
          <a:p>
            <a:pPr>
              <a:defRPr/>
            </a:pPr>
            <a:fld id="{1A971900-241C-4E4A-BC3F-064FFF1686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73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80" charset="-128"/>
        <a:cs typeface="ヒラギノ角ゴ Pro W3" pitchFamily="8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Verdana" pitchFamily="45" charset="0"/>
        <a:ea typeface="ヒラギノ角ゴ Pro W3" pitchFamily="4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25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971900-241C-4E4A-BC3F-064FFF1686E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10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66750"/>
            <a:ext cx="8077200" cy="7810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077200" cy="2743200"/>
          </a:xfrm>
          <a:prstGeom prst="rect">
            <a:avLst/>
          </a:prstGeom>
        </p:spPr>
        <p:txBody>
          <a:bodyPr/>
          <a:lstStyle>
            <a:lvl1pPr marL="274320" indent="-27432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7476556" y="95646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COMP 4300</a:t>
            </a:r>
          </a:p>
          <a:p>
            <a:r>
              <a:rPr lang="en-US" sz="900" dirty="0"/>
              <a:t>Final Project Presentation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ヒラギノ角ゴ Pro W3" pitchFamily="80" charset="-128"/>
          <a:cs typeface="ヒラギノ角ゴ Pro W3" pitchFamily="8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  <a:ea typeface="ヒラギノ角ゴ Pro W3" pitchFamily="80" charset="-128"/>
          <a:cs typeface="ヒラギノ角ゴ Pro W3" pitchFamily="8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Verdana" pitchFamily="45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 sz="2800">
          <a:solidFill>
            <a:srgbClr val="000000"/>
          </a:solidFill>
          <a:latin typeface="+mn-lt"/>
          <a:ea typeface="ヒラギノ角ゴ Pro W3" pitchFamily="80" charset="-128"/>
          <a:cs typeface="ヒラギノ角ゴ Pro W3" pitchFamily="8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 sz="2400">
          <a:solidFill>
            <a:srgbClr val="000000"/>
          </a:solidFill>
          <a:latin typeface="+mn-lt"/>
          <a:ea typeface="ヒラギノ角ゴ Pro W3" pitchFamily="45" charset="-128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 sz="2000">
          <a:solidFill>
            <a:srgbClr val="000000"/>
          </a:solidFill>
          <a:latin typeface="+mn-lt"/>
          <a:ea typeface="ヒラギノ角ゴ Pro W3" pitchFamily="45" charset="-128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0000"/>
        <a:buFont typeface="Verdana" pitchFamily="34" charset="0"/>
        <a:buChar char="●"/>
        <a:defRPr baseline="0">
          <a:solidFill>
            <a:srgbClr val="000000"/>
          </a:solidFill>
          <a:latin typeface="+mn-lt"/>
          <a:ea typeface="ヒラギノ角ゴ Pro W3" pitchFamily="45" charset="-128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Verdana" pitchFamily="34" charset="0"/>
        <a:buChar char="●"/>
        <a:defRPr>
          <a:solidFill>
            <a:srgbClr val="000000"/>
          </a:solidFill>
          <a:latin typeface="+mn-lt"/>
          <a:ea typeface="ヒラギノ角ゴ Pro W3" pitchFamily="45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&gt;"/>
        <a:defRPr>
          <a:solidFill>
            <a:srgbClr val="000000"/>
          </a:solidFill>
          <a:latin typeface="+mn-lt"/>
          <a:ea typeface="ヒラギノ角ゴ Pro W3" pitchFamily="4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obsproject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90">
          <a:fgClr>
            <a:schemeClr val="tx1"/>
          </a:fgClr>
          <a:bgClr>
            <a:schemeClr val="accent3">
              <a:lumMod val="60000"/>
              <a:lumOff val="4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640773"/>
            <a:ext cx="7924800" cy="3200400"/>
          </a:xfrm>
          <a:prstGeom prst="rect">
            <a:avLst/>
          </a:prstGeom>
        </p:spPr>
        <p:txBody>
          <a:bodyPr/>
          <a:lstStyle/>
          <a:p>
            <a:br>
              <a:rPr lang="en-US" dirty="0"/>
            </a:br>
            <a:r>
              <a:rPr lang="en-US" sz="2800" dirty="0"/>
              <a:t>COMP 4300</a:t>
            </a:r>
            <a:br>
              <a:rPr lang="en-US" sz="2800" dirty="0"/>
            </a:br>
            <a:r>
              <a:rPr lang="en-US" sz="2800" dirty="0"/>
              <a:t>Intro to Game Programming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400" b="1" dirty="0"/>
              <a:t>Final Project Presentation</a:t>
            </a:r>
            <a:br>
              <a:rPr lang="en-US" sz="2400" b="1" dirty="0"/>
            </a:br>
            <a:r>
              <a:rPr lang="en-US" sz="2400" dirty="0"/>
              <a:t>Game Name Here</a:t>
            </a:r>
            <a:br>
              <a:rPr lang="en-US" sz="2400" dirty="0"/>
            </a:br>
            <a:r>
              <a:rPr lang="en-US" sz="2400" dirty="0"/>
              <a:t>Member Names Here</a:t>
            </a:r>
            <a:br>
              <a:rPr lang="en-US" sz="2400" dirty="0"/>
            </a:br>
            <a:r>
              <a:rPr lang="en-US" sz="2400" dirty="0"/>
              <a:t>Replace With Graphics From Your Game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1026" name="Picture 2" descr="Image result for memorial university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0"/>
            <a:ext cx="2857500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4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2642-C2B8-2307-2B90-AB913356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CC5A4-3DF4-EB1C-FCCD-352D526099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Use this template for your presentation</a:t>
            </a:r>
          </a:p>
          <a:p>
            <a:r>
              <a:rPr lang="en-US" dirty="0">
                <a:solidFill>
                  <a:srgbClr val="FF0000"/>
                </a:solidFill>
              </a:rPr>
              <a:t>Change colors / theme to match game</a:t>
            </a:r>
          </a:p>
          <a:p>
            <a:r>
              <a:rPr lang="en-US" dirty="0"/>
              <a:t>Project video should be 20-25 mins</a:t>
            </a:r>
          </a:p>
          <a:p>
            <a:r>
              <a:rPr lang="en-US" dirty="0"/>
              <a:t>If it’s too long or too short, please re-record so it’s in the correct time limit</a:t>
            </a:r>
          </a:p>
          <a:p>
            <a:r>
              <a:rPr lang="en-US" dirty="0"/>
              <a:t>Ideally each person speaks for what they implemented, but not 100%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4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8A5F6-BF68-C51F-1B3D-242F9009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D6D9-495A-CF31-AA41-5C7BE45C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188A7-A3B3-ECA3-A37E-8349F92DD9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Each required feature has a text slide where you list which things got implemented and which didn’t</a:t>
            </a:r>
          </a:p>
          <a:p>
            <a:r>
              <a:rPr lang="en-US" dirty="0"/>
              <a:t>Also </a:t>
            </a:r>
            <a:r>
              <a:rPr lang="en-US" dirty="0">
                <a:solidFill>
                  <a:srgbClr val="FF0000"/>
                </a:solidFill>
              </a:rPr>
              <a:t>list what you did</a:t>
            </a:r>
            <a:r>
              <a:rPr lang="en-US" dirty="0"/>
              <a:t> for that feature (weapon types, item types,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Following slide(s) should be video clip(s) </a:t>
            </a:r>
            <a:r>
              <a:rPr lang="en-US" dirty="0">
                <a:solidFill>
                  <a:srgbClr val="FF0000"/>
                </a:solidFill>
              </a:rPr>
              <a:t>showcasing those features </a:t>
            </a:r>
            <a:r>
              <a:rPr lang="en-US" dirty="0"/>
              <a:t>working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1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98C5-F5B5-95C1-0B9E-3221CBBA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44F2-3142-AE71-1859-C863801D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96283-A7F5-E1E0-F5FE-42EEE15FA5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For each slide listing required features, </a:t>
            </a:r>
            <a:r>
              <a:rPr lang="en-US" dirty="0">
                <a:solidFill>
                  <a:srgbClr val="FF0000"/>
                </a:solidFill>
              </a:rPr>
              <a:t>replace completed features with a check mark </a:t>
            </a:r>
            <a:r>
              <a:rPr lang="en-US" dirty="0"/>
              <a:t>from the bullet point list above</a:t>
            </a:r>
          </a:p>
          <a:p>
            <a:r>
              <a:rPr lang="en-US" dirty="0"/>
              <a:t>For example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Feature 1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Feature 2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Feature 3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B21784-D5C3-12A3-E320-A84078101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028950"/>
            <a:ext cx="3262725" cy="187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3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2F33-788B-0CA2-4AC3-79794FD4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C268-8A53-8F93-30FC-806EE102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B158-C5DB-00CC-8C24-1689EB53544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For each </a:t>
            </a:r>
            <a:r>
              <a:rPr lang="en-US" dirty="0">
                <a:solidFill>
                  <a:srgbClr val="FF0000"/>
                </a:solidFill>
              </a:rPr>
              <a:t>feature that did not get implemented fully</a:t>
            </a:r>
            <a:r>
              <a:rPr lang="en-US" dirty="0"/>
              <a:t>, leave the check box blank and </a:t>
            </a:r>
            <a:r>
              <a:rPr lang="en-US" dirty="0">
                <a:solidFill>
                  <a:srgbClr val="FF0000"/>
                </a:solidFill>
              </a:rPr>
              <a:t>give a quick explanation </a:t>
            </a:r>
            <a:r>
              <a:rPr lang="en-US" dirty="0"/>
              <a:t>of what you tried and why it didn’t work</a:t>
            </a:r>
          </a:p>
          <a:p>
            <a:r>
              <a:rPr lang="en-US" dirty="0"/>
              <a:t>If the reason was that you ran out of time, just state that, it’s fine</a:t>
            </a:r>
          </a:p>
        </p:txBody>
      </p:sp>
    </p:spTree>
    <p:extLst>
      <p:ext uri="{BB962C8B-B14F-4D97-AF65-F5344CB8AC3E}">
        <p14:creationId xmlns:p14="http://schemas.microsoft.com/office/powerpoint/2010/main" val="114607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BB2C1-31D8-0362-E463-DA64C659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06BF-F182-40DF-7147-D3486717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B066-4D87-408C-891F-F79563FFC5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You shouldn’t spend much time on the text slide</a:t>
            </a:r>
            <a:r>
              <a:rPr lang="en-US" dirty="0"/>
              <a:t> portion of each feature, that is just intended as a checklist to show me</a:t>
            </a:r>
          </a:p>
          <a:p>
            <a:r>
              <a:rPr lang="en-US" dirty="0"/>
              <a:t>Show the checklist, briefly explain if necessary, then go to the next slide video and </a:t>
            </a:r>
            <a:r>
              <a:rPr lang="en-US" dirty="0">
                <a:solidFill>
                  <a:srgbClr val="FF0000"/>
                </a:solidFill>
              </a:rPr>
              <a:t>explain while the video is playing</a:t>
            </a:r>
          </a:p>
          <a:p>
            <a:r>
              <a:rPr lang="en-US" dirty="0"/>
              <a:t>This will save time overall</a:t>
            </a:r>
          </a:p>
        </p:txBody>
      </p:sp>
    </p:spTree>
    <p:extLst>
      <p:ext uri="{BB962C8B-B14F-4D97-AF65-F5344CB8AC3E}">
        <p14:creationId xmlns:p14="http://schemas.microsoft.com/office/powerpoint/2010/main" val="96836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9188-803C-6E80-B516-94C50A34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A7B4-F9AC-0D53-9781-045C1297DB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Feel free to </a:t>
            </a:r>
            <a:r>
              <a:rPr lang="en-US" dirty="0">
                <a:solidFill>
                  <a:srgbClr val="FF0000"/>
                </a:solidFill>
              </a:rPr>
              <a:t>include screenshots </a:t>
            </a:r>
            <a:r>
              <a:rPr lang="en-US" dirty="0"/>
              <a:t>on any of the text slides if you feel it helps explain things easier. Sometimes a still image helps explain better than a video</a:t>
            </a:r>
          </a:p>
          <a:p>
            <a:r>
              <a:rPr lang="en-US" dirty="0"/>
              <a:t>Screenshots should only</a:t>
            </a:r>
            <a:br>
              <a:rPr lang="en-US" dirty="0"/>
            </a:br>
            <a:r>
              <a:rPr lang="en-US" dirty="0"/>
              <a:t>include relevant content</a:t>
            </a:r>
            <a:br>
              <a:rPr lang="en-US" dirty="0"/>
            </a:br>
            <a:r>
              <a:rPr lang="en-US" dirty="0"/>
              <a:t>not the entire screen</a:t>
            </a:r>
          </a:p>
        </p:txBody>
      </p:sp>
      <p:pic>
        <p:nvPicPr>
          <p:cNvPr id="5" name="Picture 4" descr="A keyboard with a key board&#10;&#10;AI-generated content may be incorrect.">
            <a:extLst>
              <a:ext uri="{FF2B5EF4-FFF2-40B4-BE49-F238E27FC236}">
                <a16:creationId xmlns:a16="http://schemas.microsoft.com/office/drawing/2014/main" id="{8265B556-B475-57AB-2CC9-FCA4BD32C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462691"/>
            <a:ext cx="2539589" cy="157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38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9324-1BF6-7441-1A8A-C0508C5F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47DA4-0BAE-1366-12E3-CE93D8B2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0A7C-9B7A-66B7-3395-DF1F5A4527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 recommend using OBS to record clips</a:t>
            </a:r>
          </a:p>
          <a:p>
            <a:pPr lvl="1"/>
            <a:r>
              <a:rPr lang="en-US" dirty="0">
                <a:hlinkClick r:id="rId2"/>
              </a:rPr>
              <a:t>https://obsproject.com/</a:t>
            </a:r>
            <a:endParaRPr lang="en-US" dirty="0"/>
          </a:p>
          <a:p>
            <a:r>
              <a:rPr lang="en-US" dirty="0"/>
              <a:t>Recording Settings (For PowerPoint)</a:t>
            </a:r>
          </a:p>
          <a:p>
            <a:pPr lvl="1"/>
            <a:r>
              <a:rPr lang="en-US" dirty="0"/>
              <a:t>Source = Game Window Only (not full screen)</a:t>
            </a:r>
          </a:p>
          <a:p>
            <a:pPr lvl="1"/>
            <a:r>
              <a:rPr lang="en-US" dirty="0"/>
              <a:t>720p resolution minimum</a:t>
            </a:r>
          </a:p>
          <a:p>
            <a:pPr lvl="1"/>
            <a:r>
              <a:rPr lang="en-US" dirty="0"/>
              <a:t>Video Encoder = x264</a:t>
            </a:r>
          </a:p>
          <a:p>
            <a:pPr lvl="1"/>
            <a:r>
              <a:rPr lang="en-US" dirty="0"/>
              <a:t>Filetype = mp4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429306-DDA6-75DA-94A4-B9262CADC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692466"/>
            <a:ext cx="3077004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6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864F-D146-D2CA-C3D4-37E8E7B05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7EE4-AE3B-1504-3AA5-45FF3725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3388-16B3-B1D3-E949-127D8005AA3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382000" cy="2743200"/>
          </a:xfrm>
        </p:spPr>
        <p:txBody>
          <a:bodyPr/>
          <a:lstStyle/>
          <a:p>
            <a:r>
              <a:rPr lang="en-US" dirty="0"/>
              <a:t>Drag the video clip into the </a:t>
            </a:r>
            <a:r>
              <a:rPr lang="en-US" dirty="0" err="1"/>
              <a:t>powerpoint</a:t>
            </a:r>
            <a:r>
              <a:rPr lang="en-US" dirty="0"/>
              <a:t> slide and change the Playback settings so that it auto plays full-screen. This will start the video as soon as you change slides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17367D-52B6-365A-8361-D203A56AF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581307"/>
            <a:ext cx="5363323" cy="133368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93ED07D-3086-335D-7696-B31428582F49}"/>
              </a:ext>
            </a:extLst>
          </p:cNvPr>
          <p:cNvSpPr/>
          <p:nvPr/>
        </p:nvSpPr>
        <p:spPr bwMode="auto">
          <a:xfrm rot="10800000">
            <a:off x="4343400" y="3695700"/>
            <a:ext cx="1447800" cy="781050"/>
          </a:xfrm>
          <a:prstGeom prst="rightArrow">
            <a:avLst/>
          </a:prstGeom>
          <a:solidFill>
            <a:srgbClr val="FF0000"/>
          </a:solidFill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7C8F22E-F819-0323-9E5F-276D65FE008F}"/>
              </a:ext>
            </a:extLst>
          </p:cNvPr>
          <p:cNvSpPr/>
          <p:nvPr/>
        </p:nvSpPr>
        <p:spPr bwMode="auto">
          <a:xfrm rot="21307111">
            <a:off x="1266515" y="3972621"/>
            <a:ext cx="1447800" cy="781050"/>
          </a:xfrm>
          <a:prstGeom prst="rightArrow">
            <a:avLst/>
          </a:prstGeom>
          <a:solidFill>
            <a:srgbClr val="FF0000"/>
          </a:solidFill>
          <a:ln w="508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4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0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4A06-7056-23B1-3704-69239F7B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26A6-40DD-4EC2-1A5A-8B65A344C37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Once the presentation contains all the correct content, record your group giving the full presentation with OBS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Edit out any major mistakes</a:t>
            </a:r>
          </a:p>
          <a:p>
            <a:r>
              <a:rPr lang="en-US" sz="2400" dirty="0"/>
              <a:t>Upload to YouTube and link on GitHub</a:t>
            </a:r>
          </a:p>
          <a:p>
            <a:r>
              <a:rPr lang="en-US" sz="2400" dirty="0"/>
              <a:t>I will be grading the presentation mostly on content, not video editing skills</a:t>
            </a:r>
          </a:p>
          <a:p>
            <a:r>
              <a:rPr lang="en-US" sz="2400" dirty="0"/>
              <a:t>I don’t want PowerPoint file, </a:t>
            </a:r>
            <a:r>
              <a:rPr lang="en-US" sz="2400" dirty="0">
                <a:solidFill>
                  <a:srgbClr val="FF0000"/>
                </a:solidFill>
              </a:rPr>
              <a:t>just the video link</a:t>
            </a:r>
          </a:p>
        </p:txBody>
      </p:sp>
    </p:spTree>
    <p:extLst>
      <p:ext uri="{BB962C8B-B14F-4D97-AF65-F5344CB8AC3E}">
        <p14:creationId xmlns:p14="http://schemas.microsoft.com/office/powerpoint/2010/main" val="1991207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4536-9565-DC36-CFAC-1238DF1B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9C92A-1B34-C085-FD12-ED61921B74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If a feature does not appear in the presentation, I probably won’t know it’s completed and </a:t>
            </a:r>
            <a:r>
              <a:rPr lang="en-US" dirty="0">
                <a:solidFill>
                  <a:srgbClr val="FF0000"/>
                </a:solidFill>
              </a:rPr>
              <a:t>can’t give marks for it</a:t>
            </a:r>
          </a:p>
          <a:p>
            <a:r>
              <a:rPr lang="en-US" dirty="0"/>
              <a:t>I simply don’t have time to play each game in complete detail to find features</a:t>
            </a:r>
          </a:p>
          <a:p>
            <a:r>
              <a:rPr lang="en-US" dirty="0"/>
              <a:t>Please make sure each feature is contained in a video clip at least once</a:t>
            </a:r>
          </a:p>
        </p:txBody>
      </p:sp>
    </p:spTree>
    <p:extLst>
      <p:ext uri="{BB962C8B-B14F-4D97-AF65-F5344CB8AC3E}">
        <p14:creationId xmlns:p14="http://schemas.microsoft.com/office/powerpoint/2010/main" val="2988740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284F-691A-61AA-E2A1-84438E8D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0D31-84E2-29CF-68CC-5CC3B659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(Remove This)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39A2F-6E6A-2E82-EC54-FDC25D575B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Remove this slide and all previous note slides from your presentation</a:t>
            </a:r>
          </a:p>
          <a:p>
            <a:r>
              <a:rPr lang="en-US" dirty="0"/>
              <a:t>Your presentation should start with the title screen, followed by the next slide</a:t>
            </a:r>
          </a:p>
          <a:p>
            <a:r>
              <a:rPr lang="en-US" dirty="0">
                <a:solidFill>
                  <a:srgbClr val="FF0000"/>
                </a:solidFill>
              </a:rPr>
              <a:t>You don’t need to finish the project code to start working on the presentation</a:t>
            </a:r>
          </a:p>
          <a:p>
            <a:r>
              <a:rPr lang="en-US" dirty="0"/>
              <a:t>Edit sections as you finish features</a:t>
            </a:r>
          </a:p>
        </p:txBody>
      </p:sp>
    </p:spTree>
    <p:extLst>
      <p:ext uri="{BB962C8B-B14F-4D97-AF65-F5344CB8AC3E}">
        <p14:creationId xmlns:p14="http://schemas.microsoft.com/office/powerpoint/2010/main" val="1935763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27FA-EFB1-4C6D-24F5-360E7B46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D37F-2AF0-B5BE-64A4-B66F742C72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3400" y="1504950"/>
            <a:ext cx="8382000" cy="2743200"/>
          </a:xfrm>
        </p:spPr>
        <p:txBody>
          <a:bodyPr/>
          <a:lstStyle/>
          <a:p>
            <a:r>
              <a:rPr lang="en-US" sz="2400" dirty="0"/>
              <a:t>Game Name</a:t>
            </a:r>
          </a:p>
          <a:p>
            <a:r>
              <a:rPr lang="en-US" sz="2400" dirty="0"/>
              <a:t>Type / style of game</a:t>
            </a:r>
          </a:p>
          <a:p>
            <a:pPr lvl="1"/>
            <a:r>
              <a:rPr lang="en-US" sz="2000" dirty="0"/>
              <a:t>Platformer, Top-Down, RPG,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400" dirty="0"/>
              <a:t>Theme of the game</a:t>
            </a:r>
          </a:p>
          <a:p>
            <a:pPr lvl="1"/>
            <a:r>
              <a:rPr lang="en-US" sz="2000" dirty="0"/>
              <a:t>Basic story / theme</a:t>
            </a:r>
          </a:p>
          <a:p>
            <a:r>
              <a:rPr lang="en-US" sz="2400" dirty="0"/>
              <a:t>Inspiration</a:t>
            </a:r>
          </a:p>
          <a:p>
            <a:pPr lvl="1"/>
            <a:r>
              <a:rPr lang="en-US" sz="2000" dirty="0"/>
              <a:t>Did you get the idea from somewhere?</a:t>
            </a:r>
          </a:p>
          <a:p>
            <a:r>
              <a:rPr lang="en-US" sz="2400" dirty="0"/>
              <a:t>This slide can be replaced with a video if you feel it is nicer than just text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789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6E27-D95E-87DA-2861-6A021A02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9CBC-8920-8735-8D03-A8FF1CD96C8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Group Member 1 Name</a:t>
            </a:r>
          </a:p>
          <a:p>
            <a:pPr lvl="1"/>
            <a:r>
              <a:rPr lang="en-US" sz="2000" dirty="0"/>
              <a:t>Did feature 1, feature 2,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400" dirty="0"/>
              <a:t>Group Member 2 Name</a:t>
            </a:r>
          </a:p>
          <a:p>
            <a:pPr lvl="1"/>
            <a:r>
              <a:rPr lang="en-US" sz="2000" dirty="0"/>
              <a:t>Did feature 3, feature 4,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400" dirty="0"/>
              <a:t>Group Member 3 Name</a:t>
            </a:r>
          </a:p>
          <a:p>
            <a:pPr lvl="1"/>
            <a:r>
              <a:rPr lang="en-US" sz="2000" dirty="0"/>
              <a:t>Did feature 420, feature 67,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400" dirty="0"/>
              <a:t>Group Member 4 Name</a:t>
            </a:r>
          </a:p>
          <a:p>
            <a:pPr lvl="1"/>
            <a:r>
              <a:rPr lang="en-US" sz="2000" dirty="0"/>
              <a:t>Did feature 888, feature 666, </a:t>
            </a:r>
            <a:r>
              <a:rPr lang="en-US" sz="2000" dirty="0" err="1"/>
              <a:t>etc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E3CF-C92E-1B41-C1C6-CE9F683C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C1D31-96CE-987C-185E-8DF8570C18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Types of assets used</a:t>
            </a:r>
          </a:p>
          <a:p>
            <a:r>
              <a:rPr lang="en-US" dirty="0"/>
              <a:t>Asset sources / links</a:t>
            </a:r>
          </a:p>
          <a:p>
            <a:r>
              <a:rPr lang="en-US" dirty="0"/>
              <a:t>Examples of a couple of animations you made from textures found</a:t>
            </a:r>
          </a:p>
          <a:p>
            <a:r>
              <a:rPr lang="en-US" dirty="0"/>
              <a:t>Explain any assets you made from scratch</a:t>
            </a:r>
          </a:p>
          <a:p>
            <a:r>
              <a:rPr lang="en-US" dirty="0"/>
              <a:t>It is ok to use AI to create assets</a:t>
            </a:r>
          </a:p>
        </p:txBody>
      </p:sp>
    </p:spTree>
    <p:extLst>
      <p:ext uri="{BB962C8B-B14F-4D97-AF65-F5344CB8AC3E}">
        <p14:creationId xmlns:p14="http://schemas.microsoft.com/office/powerpoint/2010/main" val="218275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5A5A95-C0F4-D9DD-5C3E-22A75204A8C9}"/>
              </a:ext>
            </a:extLst>
          </p:cNvPr>
          <p:cNvSpPr txBox="1">
            <a:spLocks/>
          </p:cNvSpPr>
          <p:nvPr/>
        </p:nvSpPr>
        <p:spPr>
          <a:xfrm>
            <a:off x="5334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Sample Asset</a:t>
            </a:r>
          </a:p>
          <a:p>
            <a:pPr algn="ctr"/>
            <a:r>
              <a:rPr kumimoji="0" lang="en-US" kern="0" dirty="0"/>
              <a:t>Screenshots</a:t>
            </a:r>
          </a:p>
        </p:txBody>
      </p:sp>
    </p:spTree>
    <p:extLst>
      <p:ext uri="{BB962C8B-B14F-4D97-AF65-F5344CB8AC3E}">
        <p14:creationId xmlns:p14="http://schemas.microsoft.com/office/powerpoint/2010/main" val="1038207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7C36-7287-ABD5-68A4-EBC34DEA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B46B7-569F-FEB9-0B7C-9F7CBE8CEB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Main Menu Scene            Checklist only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Overworld Map Scene      No video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Gameplay Scene          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Level Editor Scene		   Explain if you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Inventory Scene              did something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Game Over Scene            differently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Other Extra Scenes</a:t>
            </a:r>
          </a:p>
        </p:txBody>
      </p:sp>
    </p:spTree>
    <p:extLst>
      <p:ext uri="{BB962C8B-B14F-4D97-AF65-F5344CB8AC3E}">
        <p14:creationId xmlns:p14="http://schemas.microsoft.com/office/powerpoint/2010/main" val="5510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B510-0B9B-0B20-65BF-30B2A75E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Menu and Options / Audio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19AD0-E282-B35D-4917-5FF7C87FB88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Explain main menu and options here</a:t>
            </a:r>
          </a:p>
          <a:p>
            <a:r>
              <a:rPr lang="en-US" dirty="0"/>
              <a:t>Required Features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Options Menu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Music Volume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Sound Effect Volume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Change Difficulty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Rebinding Keys</a:t>
            </a:r>
          </a:p>
        </p:txBody>
      </p:sp>
    </p:spTree>
    <p:extLst>
      <p:ext uri="{BB962C8B-B14F-4D97-AF65-F5344CB8AC3E}">
        <p14:creationId xmlns:p14="http://schemas.microsoft.com/office/powerpoint/2010/main" val="147403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440F6E-6AAA-099F-6F7C-61FE852721B2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(Main Menu and Options</a:t>
            </a:r>
          </a:p>
          <a:p>
            <a:pPr algn="ctr"/>
            <a:r>
              <a:rPr kumimoji="0" lang="en-US" kern="0" dirty="0"/>
              <a:t>Demo Audio Music + Effects</a:t>
            </a:r>
          </a:p>
          <a:p>
            <a:pPr algn="ctr"/>
            <a:r>
              <a:rPr kumimoji="0" lang="en-US" kern="0" dirty="0"/>
              <a:t>As Volume Changed)</a:t>
            </a:r>
          </a:p>
        </p:txBody>
      </p:sp>
    </p:spTree>
    <p:extLst>
      <p:ext uri="{BB962C8B-B14F-4D97-AF65-F5344CB8AC3E}">
        <p14:creationId xmlns:p14="http://schemas.microsoft.com/office/powerpoint/2010/main" val="160905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5F4A-6CD2-EF73-31F5-C6F83F01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5745C-E6D0-896B-2925-06EC243349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Select existing level to edit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Place / change animations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Save level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Load level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Edit </a:t>
            </a:r>
            <a:r>
              <a:rPr lang="en-US" dirty="0" err="1"/>
              <a:t>npc</a:t>
            </a:r>
            <a:r>
              <a:rPr lang="en-US" dirty="0"/>
              <a:t> ai parameters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Edit moving tile parameters</a:t>
            </a:r>
          </a:p>
        </p:txBody>
      </p:sp>
    </p:spTree>
    <p:extLst>
      <p:ext uri="{BB962C8B-B14F-4D97-AF65-F5344CB8AC3E}">
        <p14:creationId xmlns:p14="http://schemas.microsoft.com/office/powerpoint/2010/main" val="322013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B538D-362E-6344-487C-7AAA6DB1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F66640-6623-F76B-F0A8-A9EBB548385B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(Level Editor Feature Demo</a:t>
            </a:r>
          </a:p>
          <a:p>
            <a:pPr algn="ctr"/>
            <a:r>
              <a:rPr kumimoji="0" lang="en-US" kern="0" dirty="0"/>
              <a:t>This should be a longer clip)</a:t>
            </a:r>
          </a:p>
        </p:txBody>
      </p:sp>
    </p:spTree>
    <p:extLst>
      <p:ext uri="{BB962C8B-B14F-4D97-AF65-F5344CB8AC3E}">
        <p14:creationId xmlns:p14="http://schemas.microsoft.com/office/powerpoint/2010/main" val="1578450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5A71-AA07-07CE-AD62-97DA7AD1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3C8D-E848-C483-1074-1A9988F6F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+ HUD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0FCF1-0C1C-5654-2C67-1B389575F8E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Player Health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Weapons and Ammo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Game Progression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Status Effects / Timers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Other UI Elements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UI Element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UI Element 2</a:t>
            </a:r>
          </a:p>
        </p:txBody>
      </p:sp>
    </p:spTree>
    <p:extLst>
      <p:ext uri="{BB962C8B-B14F-4D97-AF65-F5344CB8AC3E}">
        <p14:creationId xmlns:p14="http://schemas.microsoft.com/office/powerpoint/2010/main" val="3132467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ED788-4221-4DAB-425D-3BA9396B9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1EB844-E032-F8D1-9A09-0D5D5FF393C0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(UI + HUD Explained)</a:t>
            </a:r>
          </a:p>
        </p:txBody>
      </p:sp>
    </p:spTree>
    <p:extLst>
      <p:ext uri="{BB962C8B-B14F-4D97-AF65-F5344CB8AC3E}">
        <p14:creationId xmlns:p14="http://schemas.microsoft.com/office/powerpoint/2010/main" val="2150838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7E8F-4DFA-FE8A-3254-331D7306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+ Movement + Gravity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25C1B-841B-613E-C2A7-7D74735BA7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Collision Types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Collision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Collision 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Gravity Effect</a:t>
            </a:r>
          </a:p>
          <a:p>
            <a:r>
              <a:rPr lang="en-US" dirty="0"/>
              <a:t>Movement Abilities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Ability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Ability 2</a:t>
            </a:r>
          </a:p>
        </p:txBody>
      </p:sp>
    </p:spTree>
    <p:extLst>
      <p:ext uri="{BB962C8B-B14F-4D97-AF65-F5344CB8AC3E}">
        <p14:creationId xmlns:p14="http://schemas.microsoft.com/office/powerpoint/2010/main" val="1274883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E13D-C229-9878-6126-1706EBC1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C56E5C-9EC5-C5A2-BFAA-4F987178EB37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(Movement Abilities + Collision</a:t>
            </a:r>
          </a:p>
          <a:p>
            <a:pPr algn="ctr"/>
            <a:r>
              <a:rPr kumimoji="0" lang="en-US" kern="0" dirty="0"/>
              <a:t>Demo the gravity effect)</a:t>
            </a:r>
          </a:p>
        </p:txBody>
      </p:sp>
    </p:spTree>
    <p:extLst>
      <p:ext uri="{BB962C8B-B14F-4D97-AF65-F5344CB8AC3E}">
        <p14:creationId xmlns:p14="http://schemas.microsoft.com/office/powerpoint/2010/main" val="3775705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8368F-C098-5B96-8A12-754749573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F842-7E92-B176-4990-22362D85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Bullets / Weapons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7DD0A-4393-260C-AB5B-F871B2DC12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Weapon Types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Weapon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Weapon 2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Weapon 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Weapon Swapping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Consumable ammo</a:t>
            </a:r>
          </a:p>
        </p:txBody>
      </p:sp>
    </p:spTree>
    <p:extLst>
      <p:ext uri="{BB962C8B-B14F-4D97-AF65-F5344CB8AC3E}">
        <p14:creationId xmlns:p14="http://schemas.microsoft.com/office/powerpoint/2010/main" val="3968773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B61C-BE6D-C10D-8B10-1E48DEC0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984EF6-BE00-5D68-3283-8C83EBC0CB97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(Movement Abilities + Collision)</a:t>
            </a:r>
          </a:p>
        </p:txBody>
      </p:sp>
    </p:spTree>
    <p:extLst>
      <p:ext uri="{BB962C8B-B14F-4D97-AF65-F5344CB8AC3E}">
        <p14:creationId xmlns:p14="http://schemas.microsoft.com/office/powerpoint/2010/main" val="35105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D586-91B4-A7FF-A209-8D439130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6DBC-0F53-1433-CBDA-7DC5A790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A443-8D78-406E-4443-67EC65C90E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NPC Types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NPC 1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NPC 2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NPC 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NPC AI Types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NPC Weapon Types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5" name="Picture 4" descr="A pixelated cartoon of a monkey&#10;&#10;AI-generated content may be incorrect.">
            <a:extLst>
              <a:ext uri="{FF2B5EF4-FFF2-40B4-BE49-F238E27FC236}">
                <a16:creationId xmlns:a16="http://schemas.microsoft.com/office/drawing/2014/main" id="{16AA30D4-0A1F-F728-5AF4-C140FD0DF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962400" y="996765"/>
            <a:ext cx="1016370" cy="1016370"/>
          </a:xfrm>
          <a:prstGeom prst="rect">
            <a:avLst/>
          </a:prstGeom>
        </p:spPr>
      </p:pic>
      <p:pic>
        <p:nvPicPr>
          <p:cNvPr id="7" name="Picture 6" descr="A green and yellow turtle&#10;&#10;AI-generated content may be incorrect.">
            <a:extLst>
              <a:ext uri="{FF2B5EF4-FFF2-40B4-BE49-F238E27FC236}">
                <a16:creationId xmlns:a16="http://schemas.microsoft.com/office/drawing/2014/main" id="{58FDE97B-EB59-E4FA-24A4-6BA66545A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533400"/>
            <a:ext cx="2357438" cy="1885950"/>
          </a:xfrm>
          <a:prstGeom prst="rect">
            <a:avLst/>
          </a:prstGeom>
        </p:spPr>
      </p:pic>
      <p:pic>
        <p:nvPicPr>
          <p:cNvPr id="9" name="Picture 8" descr="A video game character running&#10;&#10;AI-generated content may be incorrect.">
            <a:extLst>
              <a:ext uri="{FF2B5EF4-FFF2-40B4-BE49-F238E27FC236}">
                <a16:creationId xmlns:a16="http://schemas.microsoft.com/office/drawing/2014/main" id="{6880F06A-6CFC-3C4A-6A90-686474CD0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219" y="36195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90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215DA-5901-543D-788B-0D36A044B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9A2353-24C6-52DB-2709-D8CF4C272CEB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(NPCs, AI, Abilities, Weapons)</a:t>
            </a:r>
          </a:p>
        </p:txBody>
      </p:sp>
    </p:spTree>
    <p:extLst>
      <p:ext uri="{BB962C8B-B14F-4D97-AF65-F5344CB8AC3E}">
        <p14:creationId xmlns:p14="http://schemas.microsoft.com/office/powerpoint/2010/main" val="3273182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41DA-9C16-A0D5-11D9-5D2BEAFA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Points /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6434A-4BC3-0822-8741-F9676F34C5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Players / Enemies Deal / Take Damage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Invincibility Frames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Hit Points can be visibly displayed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Any other details</a:t>
            </a:r>
          </a:p>
        </p:txBody>
      </p:sp>
    </p:spTree>
    <p:extLst>
      <p:ext uri="{BB962C8B-B14F-4D97-AF65-F5344CB8AC3E}">
        <p14:creationId xmlns:p14="http://schemas.microsoft.com/office/powerpoint/2010/main" val="3852735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A913-C005-A863-0DDC-6497B18F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834EDE-0239-DD00-C6AB-450417AAB3E9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(Hit Points and Damage)</a:t>
            </a:r>
          </a:p>
        </p:txBody>
      </p:sp>
    </p:spTree>
    <p:extLst>
      <p:ext uri="{BB962C8B-B14F-4D97-AF65-F5344CB8AC3E}">
        <p14:creationId xmlns:p14="http://schemas.microsoft.com/office/powerpoint/2010/main" val="3212279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BB22E-F63D-F12D-B4A9-9B2C5E531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6280-8BAB-95BF-4536-9302A159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/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D9A4-F854-A976-3B4D-9C873747B1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Game Items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Item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Item 2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Item 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In-Game Inventory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Items usable via in-game menu</a:t>
            </a:r>
          </a:p>
        </p:txBody>
      </p:sp>
    </p:spTree>
    <p:extLst>
      <p:ext uri="{BB962C8B-B14F-4D97-AF65-F5344CB8AC3E}">
        <p14:creationId xmlns:p14="http://schemas.microsoft.com/office/powerpoint/2010/main" val="1271539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753A-641E-6137-C9F3-E1C3276E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3B6ED5-7138-DE9D-FFA4-BA11F206D14C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(Items and Inventory)</a:t>
            </a:r>
          </a:p>
        </p:txBody>
      </p:sp>
    </p:spTree>
    <p:extLst>
      <p:ext uri="{BB962C8B-B14F-4D97-AF65-F5344CB8AC3E}">
        <p14:creationId xmlns:p14="http://schemas.microsoft.com/office/powerpoint/2010/main" val="11337059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DDE0-8B11-CC6C-A6F3-C93162C8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B46B-9EF0-23AA-6AAD-F5C71FE0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Ray Casting /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A0A1D-604B-F011-565E-09B95B0019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Ray Casting for Visibility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Visibility Example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Ray Casting for Lighting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Lighting Example</a:t>
            </a:r>
          </a:p>
        </p:txBody>
      </p:sp>
    </p:spTree>
    <p:extLst>
      <p:ext uri="{BB962C8B-B14F-4D97-AF65-F5344CB8AC3E}">
        <p14:creationId xmlns:p14="http://schemas.microsoft.com/office/powerpoint/2010/main" val="3026302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D6DA9-BA7A-EBD6-722D-C6AE81469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EA3786-BEC0-1616-5818-6D6B1985603B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(Show Visibility then Lighting</a:t>
            </a:r>
          </a:p>
          <a:p>
            <a:pPr algn="ctr"/>
            <a:r>
              <a:rPr kumimoji="0" lang="en-US" kern="0" dirty="0"/>
              <a:t>Can be 2 separate clips)</a:t>
            </a:r>
          </a:p>
        </p:txBody>
      </p:sp>
    </p:spTree>
    <p:extLst>
      <p:ext uri="{BB962C8B-B14F-4D97-AF65-F5344CB8AC3E}">
        <p14:creationId xmlns:p14="http://schemas.microsoft.com/office/powerpoint/2010/main" val="3194740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F725F-643F-0260-9C41-D85D1E7D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87B9-285E-9270-B489-8C47B0ED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/ World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681F2-0981-C868-FC7A-65F5017F75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Camera Types Implemented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Camera Type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Camera Type 2</a:t>
            </a:r>
          </a:p>
        </p:txBody>
      </p:sp>
    </p:spTree>
    <p:extLst>
      <p:ext uri="{BB962C8B-B14F-4D97-AF65-F5344CB8AC3E}">
        <p14:creationId xmlns:p14="http://schemas.microsoft.com/office/powerpoint/2010/main" val="4281420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EADC-DC8B-8E3D-7E81-3A1BC311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10CC7F-16DE-4C46-C294-83172E3433A6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(Camera / View Types)</a:t>
            </a:r>
          </a:p>
        </p:txBody>
      </p:sp>
    </p:spTree>
    <p:extLst>
      <p:ext uri="{BB962C8B-B14F-4D97-AF65-F5344CB8AC3E}">
        <p14:creationId xmlns:p14="http://schemas.microsoft.com/office/powerpoint/2010/main" val="32621564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0C0D-8194-6BB2-6CB5-7B79D482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57D7-FFD9-3E17-861D-66707DEA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Effects / Shaders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76149-E1AE-C35F-115D-874B8EBAB2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Status Effects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Effect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Effect 2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Effect 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Shaders Used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Shader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Shader 2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Shader 3</a:t>
            </a:r>
          </a:p>
        </p:txBody>
      </p:sp>
    </p:spTree>
    <p:extLst>
      <p:ext uri="{BB962C8B-B14F-4D97-AF65-F5344CB8AC3E}">
        <p14:creationId xmlns:p14="http://schemas.microsoft.com/office/powerpoint/2010/main" val="3586952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A242-B3B9-9BD7-9E7E-359C6C86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0E149D-663F-8E61-C072-A2D841DDF97A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(Status Effects and Shaders</a:t>
            </a:r>
          </a:p>
          <a:p>
            <a:pPr algn="ctr"/>
            <a:r>
              <a:rPr kumimoji="0" lang="en-US" kern="0" dirty="0"/>
              <a:t>Can be multiple clips)</a:t>
            </a:r>
          </a:p>
        </p:txBody>
      </p:sp>
    </p:spTree>
    <p:extLst>
      <p:ext uri="{BB962C8B-B14F-4D97-AF65-F5344CB8AC3E}">
        <p14:creationId xmlns:p14="http://schemas.microsoft.com/office/powerpoint/2010/main" val="1475061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6E418-1B8B-202C-E9D3-D506661C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F00D-E10F-C5A3-5797-4A962E2D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587E7-7BFD-109E-7D6E-E0F1E57649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Parallax Implemented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Explain type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Some implementation details</a:t>
            </a:r>
            <a:br>
              <a:rPr lang="en-US" dirty="0"/>
            </a:br>
            <a:r>
              <a:rPr lang="en-US" dirty="0"/>
              <a:t>(no code, just high level how you did it)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Show all examples of parallax in video</a:t>
            </a:r>
          </a:p>
        </p:txBody>
      </p:sp>
    </p:spTree>
    <p:extLst>
      <p:ext uri="{BB962C8B-B14F-4D97-AF65-F5344CB8AC3E}">
        <p14:creationId xmlns:p14="http://schemas.microsoft.com/office/powerpoint/2010/main" val="1707431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69CC-ECD4-DF0E-EDFD-33A08A35B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F75664-EB28-214F-12A2-9AC6DF13D205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(Parallax)</a:t>
            </a:r>
          </a:p>
        </p:txBody>
      </p:sp>
    </p:spTree>
    <p:extLst>
      <p:ext uri="{BB962C8B-B14F-4D97-AF65-F5344CB8AC3E}">
        <p14:creationId xmlns:p14="http://schemas.microsoft.com/office/powerpoint/2010/main" val="3073565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8388D-2E27-324E-B9B6-B8757A7E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32BE-27EE-8D50-05CC-45BCC1FE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Pathfinding or Steering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533D5-2855-A05B-8E00-8244F5383C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Non-trivial pathfinding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Example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Steering Behavior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Example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r>
              <a:rPr lang="en-US" dirty="0"/>
              <a:t>(delete the one you didn’t do)</a:t>
            </a:r>
          </a:p>
        </p:txBody>
      </p:sp>
    </p:spTree>
    <p:extLst>
      <p:ext uri="{BB962C8B-B14F-4D97-AF65-F5344CB8AC3E}">
        <p14:creationId xmlns:p14="http://schemas.microsoft.com/office/powerpoint/2010/main" val="19969258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21D0-57B1-BCB7-37A9-08CE2C38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02BD15-0F3D-3F01-53C9-E414793B20D0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(Pathfinding or Steering)</a:t>
            </a:r>
          </a:p>
        </p:txBody>
      </p:sp>
    </p:spTree>
    <p:extLst>
      <p:ext uri="{BB962C8B-B14F-4D97-AF65-F5344CB8AC3E}">
        <p14:creationId xmlns:p14="http://schemas.microsoft.com/office/powerpoint/2010/main" val="6276489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58CA-1A33-B2D7-1926-9EC136E7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B2DF1-CFD3-8A1A-2209-A098A7B6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F661-1A22-213E-5890-F6D1C2E8224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Extra feature 1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Explain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Feature Here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Extra feature 2 (if applicable)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Explain here</a:t>
            </a:r>
          </a:p>
        </p:txBody>
      </p:sp>
    </p:spTree>
    <p:extLst>
      <p:ext uri="{BB962C8B-B14F-4D97-AF65-F5344CB8AC3E}">
        <p14:creationId xmlns:p14="http://schemas.microsoft.com/office/powerpoint/2010/main" val="12412925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AA5B-8FC7-4BF7-AE4E-5F0EBF18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835442-98B3-2D1A-FB71-904E6FA8877E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(Fully show extra features)</a:t>
            </a:r>
          </a:p>
        </p:txBody>
      </p:sp>
    </p:spTree>
    <p:extLst>
      <p:ext uri="{BB962C8B-B14F-4D97-AF65-F5344CB8AC3E}">
        <p14:creationId xmlns:p14="http://schemas.microsoft.com/office/powerpoint/2010/main" val="1369479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D7D9-860F-6D5A-6161-2242673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7089-66F4-2CDF-0C9F-258E8EB1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Progression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5493-4993-7D73-7852-22F56080666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Overworld map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Progress save / load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Level unlocking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r>
              <a:rPr lang="en-US" dirty="0"/>
              <a:t>(this can be combined with the next section game levels and playthrough if you wish)</a:t>
            </a:r>
          </a:p>
        </p:txBody>
      </p:sp>
    </p:spTree>
    <p:extLst>
      <p:ext uri="{BB962C8B-B14F-4D97-AF65-F5344CB8AC3E}">
        <p14:creationId xmlns:p14="http://schemas.microsoft.com/office/powerpoint/2010/main" val="31172998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F6A7-E6E3-76C1-164D-8C859C76C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106F7C-7662-727A-224E-F7409D1ADB0B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(Game Progression Only</a:t>
            </a:r>
          </a:p>
          <a:p>
            <a:pPr algn="ctr"/>
            <a:r>
              <a:rPr kumimoji="0" lang="en-US" kern="0" dirty="0"/>
              <a:t>Not full level gameplay)</a:t>
            </a:r>
          </a:p>
        </p:txBody>
      </p:sp>
    </p:spTree>
    <p:extLst>
      <p:ext uri="{BB962C8B-B14F-4D97-AF65-F5344CB8AC3E}">
        <p14:creationId xmlns:p14="http://schemas.microsoft.com/office/powerpoint/2010/main" val="9273357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9C49-2E30-8F4A-1CEE-CCB2505F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3279-EF2F-6ED9-823D-8B538D52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Levels / Playthrough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CAAD2-16EC-8EE6-22DB-7659BF7F0E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Show level design / examples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Demo a full level completion and how progress was unlocked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Show moving tiles / platforms here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Show boss fight / explain mechanics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Show game over screen</a:t>
            </a:r>
          </a:p>
        </p:txBody>
      </p:sp>
    </p:spTree>
    <p:extLst>
      <p:ext uri="{BB962C8B-B14F-4D97-AF65-F5344CB8AC3E}">
        <p14:creationId xmlns:p14="http://schemas.microsoft.com/office/powerpoint/2010/main" val="298027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DFA5D-1762-D659-86FD-FA48A14A2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EA0A5F-A7A2-BF0B-57F6-5F5CED759F0E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(Game Level Design)</a:t>
            </a:r>
          </a:p>
        </p:txBody>
      </p:sp>
    </p:spTree>
    <p:extLst>
      <p:ext uri="{BB962C8B-B14F-4D97-AF65-F5344CB8AC3E}">
        <p14:creationId xmlns:p14="http://schemas.microsoft.com/office/powerpoint/2010/main" val="20548330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04F9-9F49-4410-6E58-87B05922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DE4E75-B718-A8EB-AC54-E0BAC7C5F081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(Full Level Completion</a:t>
            </a:r>
          </a:p>
          <a:p>
            <a:pPr algn="ctr"/>
            <a:r>
              <a:rPr kumimoji="0" lang="en-US" kern="0" dirty="0"/>
              <a:t>Show Moving Tiles / Platforms)</a:t>
            </a:r>
          </a:p>
        </p:txBody>
      </p:sp>
    </p:spTree>
    <p:extLst>
      <p:ext uri="{BB962C8B-B14F-4D97-AF65-F5344CB8AC3E}">
        <p14:creationId xmlns:p14="http://schemas.microsoft.com/office/powerpoint/2010/main" val="8528676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7C885-74CA-C95A-DBCE-4E10CF13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3AEA5F-42A2-A418-9E04-40ED2EE5E251}"/>
              </a:ext>
            </a:extLst>
          </p:cNvPr>
          <p:cNvSpPr txBox="1">
            <a:spLocks/>
          </p:cNvSpPr>
          <p:nvPr/>
        </p:nvSpPr>
        <p:spPr>
          <a:xfrm>
            <a:off x="609600" y="2181225"/>
            <a:ext cx="8077200" cy="781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+mj-lt"/>
                <a:ea typeface="ヒラギノ角ゴ Pro W3" pitchFamily="80" charset="-128"/>
                <a:cs typeface="ヒラギノ角ゴ Pro W3" pitchFamily="8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  <a:ea typeface="ヒラギノ角ゴ Pro W3" pitchFamily="80" charset="-128"/>
                <a:cs typeface="ヒラギノ角ゴ Pro W3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00"/>
                </a:solidFill>
                <a:latin typeface="Verdana" pitchFamily="45" charset="0"/>
              </a:defRPr>
            </a:lvl9pPr>
          </a:lstStyle>
          <a:p>
            <a:pPr algn="ctr"/>
            <a:r>
              <a:rPr kumimoji="0" lang="en-US" kern="0" dirty="0"/>
              <a:t>Video Goes Here</a:t>
            </a:r>
          </a:p>
          <a:p>
            <a:pPr algn="ctr"/>
            <a:r>
              <a:rPr kumimoji="0" lang="en-US" kern="0" dirty="0"/>
              <a:t>(Boss Fight + Details</a:t>
            </a:r>
          </a:p>
          <a:p>
            <a:pPr algn="ctr"/>
            <a:r>
              <a:rPr kumimoji="0" lang="en-US" kern="0" dirty="0"/>
              <a:t>Game Over Screen)</a:t>
            </a:r>
          </a:p>
        </p:txBody>
      </p:sp>
    </p:spTree>
    <p:extLst>
      <p:ext uri="{BB962C8B-B14F-4D97-AF65-F5344CB8AC3E}">
        <p14:creationId xmlns:p14="http://schemas.microsoft.com/office/powerpoint/2010/main" val="20126501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12D8-1942-02C8-F921-D8141CC2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Anything Else?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2EFA6-EF4D-4BE5-FD86-16D4FD91E0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Put it here!</a:t>
            </a:r>
          </a:p>
        </p:txBody>
      </p:sp>
    </p:spTree>
    <p:extLst>
      <p:ext uri="{BB962C8B-B14F-4D97-AF65-F5344CB8AC3E}">
        <p14:creationId xmlns:p14="http://schemas.microsoft.com/office/powerpoint/2010/main" val="24964162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True"/>
  <p:tag name="HOTSPOTTYPE" val="DefinedInNavigator"/>
  <p:tag name="BRANCHTO" val="262"/>
</p:tagLst>
</file>

<file path=ppt/theme/theme1.xml><?xml version="1.0" encoding="utf-8"?>
<a:theme xmlns:a="http://schemas.openxmlformats.org/drawingml/2006/main" name="Recommending A Strategy">
  <a:themeElements>
    <a:clrScheme name="Recommending A Strategy 1">
      <a:dk1>
        <a:srgbClr val="009999"/>
      </a:dk1>
      <a:lt1>
        <a:srgbClr val="FFFFFF"/>
      </a:lt1>
      <a:dk2>
        <a:srgbClr val="000066"/>
      </a:dk2>
      <a:lt2>
        <a:srgbClr val="339966"/>
      </a:lt2>
      <a:accent1>
        <a:srgbClr val="00CC99"/>
      </a:accent1>
      <a:accent2>
        <a:srgbClr val="0099CC"/>
      </a:accent2>
      <a:accent3>
        <a:srgbClr val="AAAAB8"/>
      </a:accent3>
      <a:accent4>
        <a:srgbClr val="DADADA"/>
      </a:accent4>
      <a:accent5>
        <a:srgbClr val="AAE2CA"/>
      </a:accent5>
      <a:accent6>
        <a:srgbClr val="008AB9"/>
      </a:accent6>
      <a:hlink>
        <a:srgbClr val="336699"/>
      </a:hlink>
      <a:folHlink>
        <a:srgbClr val="B2B2B2"/>
      </a:folHlink>
    </a:clrScheme>
    <a:fontScheme name="Recommending A Strategy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50800"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45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50800">
          <a:solidFill>
            <a:srgbClr val="000000"/>
          </a:solidFill>
          <a:headEnd type="none" w="med" len="med"/>
          <a:tailEnd type="none"/>
        </a:ln>
      </a:spPr>
      <a:bodyPr/>
      <a:lstStyle/>
      <a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a:style>
    </a:lnDef>
  </a:objectDefaults>
  <a:extraClrSchemeLst>
    <a:extraClrScheme>
      <a:clrScheme name="Recommending A Strategy 1">
        <a:dk1>
          <a:srgbClr val="009999"/>
        </a:dk1>
        <a:lt1>
          <a:srgbClr val="FFFFFF"/>
        </a:lt1>
        <a:dk2>
          <a:srgbClr val="000066"/>
        </a:dk2>
        <a:lt2>
          <a:srgbClr val="339966"/>
        </a:lt2>
        <a:accent1>
          <a:srgbClr val="00CC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E2CA"/>
        </a:accent5>
        <a:accent6>
          <a:srgbClr val="008AB9"/>
        </a:accent6>
        <a:hlink>
          <a:srgbClr val="33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2">
        <a:dk1>
          <a:srgbClr val="000000"/>
        </a:dk1>
        <a:lt1>
          <a:srgbClr val="FFFFFF"/>
        </a:lt1>
        <a:dk2>
          <a:srgbClr val="009900"/>
        </a:dk2>
        <a:lt2>
          <a:srgbClr val="CC0000"/>
        </a:lt2>
        <a:accent1>
          <a:srgbClr val="CCCC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2DB9"/>
        </a:accent6>
        <a:hlink>
          <a:srgbClr val="00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commending A Strateg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commending A Strategy 4">
        <a:dk1>
          <a:srgbClr val="333399"/>
        </a:dk1>
        <a:lt1>
          <a:srgbClr val="FFFFCC"/>
        </a:lt1>
        <a:dk2>
          <a:srgbClr val="000000"/>
        </a:dk2>
        <a:lt2>
          <a:srgbClr val="0000FF"/>
        </a:lt2>
        <a:accent1>
          <a:srgbClr val="800000"/>
        </a:accent1>
        <a:accent2>
          <a:srgbClr val="3366CC"/>
        </a:accent2>
        <a:accent3>
          <a:srgbClr val="AAAAAA"/>
        </a:accent3>
        <a:accent4>
          <a:srgbClr val="DADAAE"/>
        </a:accent4>
        <a:accent5>
          <a:srgbClr val="C0AAAA"/>
        </a:accent5>
        <a:accent6>
          <a:srgbClr val="2D5CB9"/>
        </a:accent6>
        <a:hlink>
          <a:srgbClr val="FFFF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5">
        <a:dk1>
          <a:srgbClr val="CC3300"/>
        </a:dk1>
        <a:lt1>
          <a:srgbClr val="FFFFCC"/>
        </a:lt1>
        <a:dk2>
          <a:srgbClr val="000000"/>
        </a:dk2>
        <a:lt2>
          <a:srgbClr val="CC6600"/>
        </a:lt2>
        <a:accent1>
          <a:srgbClr val="993300"/>
        </a:accent1>
        <a:accent2>
          <a:srgbClr val="808000"/>
        </a:accent2>
        <a:accent3>
          <a:srgbClr val="AAAAAA"/>
        </a:accent3>
        <a:accent4>
          <a:srgbClr val="DADAAE"/>
        </a:accent4>
        <a:accent5>
          <a:srgbClr val="CAAD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6">
        <a:dk1>
          <a:srgbClr val="66CCFF"/>
        </a:dk1>
        <a:lt1>
          <a:srgbClr val="CCECFF"/>
        </a:lt1>
        <a:dk2>
          <a:srgbClr val="000000"/>
        </a:dk2>
        <a:lt2>
          <a:srgbClr val="9999FF"/>
        </a:lt2>
        <a:accent1>
          <a:srgbClr val="FFFFFF"/>
        </a:accent1>
        <a:accent2>
          <a:srgbClr val="99CCFF"/>
        </a:accent2>
        <a:accent3>
          <a:srgbClr val="AAAAAA"/>
        </a:accent3>
        <a:accent4>
          <a:srgbClr val="AEC9DA"/>
        </a:accent4>
        <a:accent5>
          <a:srgbClr val="FFFFFF"/>
        </a:accent5>
        <a:accent6>
          <a:srgbClr val="8AB9E7"/>
        </a:accent6>
        <a:hlink>
          <a:srgbClr val="CCE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7">
        <a:dk1>
          <a:srgbClr val="993366"/>
        </a:dk1>
        <a:lt1>
          <a:srgbClr val="FFFFCC"/>
        </a:lt1>
        <a:dk2>
          <a:srgbClr val="333399"/>
        </a:dk2>
        <a:lt2>
          <a:srgbClr val="0066FF"/>
        </a:lt2>
        <a:accent1>
          <a:srgbClr val="6600FF"/>
        </a:accent1>
        <a:accent2>
          <a:srgbClr val="0099CC"/>
        </a:accent2>
        <a:accent3>
          <a:srgbClr val="ADADCA"/>
        </a:accent3>
        <a:accent4>
          <a:srgbClr val="DADAAE"/>
        </a:accent4>
        <a:accent5>
          <a:srgbClr val="B8AAFF"/>
        </a:accent5>
        <a:accent6>
          <a:srgbClr val="008AB9"/>
        </a:accent6>
        <a:hlink>
          <a:srgbClr val="66FF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commending A Strategy 8">
        <a:dk1>
          <a:srgbClr val="993366"/>
        </a:dk1>
        <a:lt1>
          <a:srgbClr val="EAEAEA"/>
        </a:lt1>
        <a:dk2>
          <a:srgbClr val="660066"/>
        </a:dk2>
        <a:lt2>
          <a:srgbClr val="CC0000"/>
        </a:lt2>
        <a:accent1>
          <a:srgbClr val="A50021"/>
        </a:accent1>
        <a:accent2>
          <a:srgbClr val="660033"/>
        </a:accent2>
        <a:accent3>
          <a:srgbClr val="B8AAB8"/>
        </a:accent3>
        <a:accent4>
          <a:srgbClr val="C8C8C8"/>
        </a:accent4>
        <a:accent5>
          <a:srgbClr val="CFAAAB"/>
        </a:accent5>
        <a:accent6>
          <a:srgbClr val="5C00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32330</TotalTime>
  <Words>1292</Words>
  <Application>Microsoft Office PowerPoint</Application>
  <PresentationFormat>On-screen Show (16:9)</PresentationFormat>
  <Paragraphs>243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Verdana</vt:lpstr>
      <vt:lpstr>Wingdings</vt:lpstr>
      <vt:lpstr>Recommending A Strategy</vt:lpstr>
      <vt:lpstr> COMP 4300 Intro to Game Programming   Final Project Presentation Game Name Here Member Names Here Replace With Graphics From Your Game </vt:lpstr>
      <vt:lpstr>Notes (Remove this Slide)</vt:lpstr>
      <vt:lpstr>Notes (Remove this Slide)</vt:lpstr>
      <vt:lpstr>Notes (Remove this Slide)</vt:lpstr>
      <vt:lpstr>Notes (Remove this Slide)</vt:lpstr>
      <vt:lpstr>Notes (Remove this Slide)</vt:lpstr>
      <vt:lpstr>Notes (Remove This)</vt:lpstr>
      <vt:lpstr>Notes (Remove this Slide)</vt:lpstr>
      <vt:lpstr>Notes (Remove this Slide)</vt:lpstr>
      <vt:lpstr>Notes (Remove This)</vt:lpstr>
      <vt:lpstr>Notes (Remove This)</vt:lpstr>
      <vt:lpstr>Notes (Remove This)</vt:lpstr>
      <vt:lpstr>Game Overview</vt:lpstr>
      <vt:lpstr>Group Members</vt:lpstr>
      <vt:lpstr>Game Assets</vt:lpstr>
      <vt:lpstr>PowerPoint Presentation</vt:lpstr>
      <vt:lpstr>Scenes</vt:lpstr>
      <vt:lpstr>Main Menu and Options / Audio</vt:lpstr>
      <vt:lpstr>PowerPoint Presentation</vt:lpstr>
      <vt:lpstr>Level Editor</vt:lpstr>
      <vt:lpstr>PowerPoint Presentation</vt:lpstr>
      <vt:lpstr>User Interface + HUD</vt:lpstr>
      <vt:lpstr>PowerPoint Presentation</vt:lpstr>
      <vt:lpstr>Collision + Movement + Gravity</vt:lpstr>
      <vt:lpstr>PowerPoint Presentation</vt:lpstr>
      <vt:lpstr>Bullets / Weapons</vt:lpstr>
      <vt:lpstr>PowerPoint Presentation</vt:lpstr>
      <vt:lpstr>NPCs</vt:lpstr>
      <vt:lpstr>PowerPoint Presentation</vt:lpstr>
      <vt:lpstr>Hit Points / Damage</vt:lpstr>
      <vt:lpstr>PowerPoint Presentation</vt:lpstr>
      <vt:lpstr>Objects / Inventory</vt:lpstr>
      <vt:lpstr>PowerPoint Presentation</vt:lpstr>
      <vt:lpstr>Ray Casting / Visibility</vt:lpstr>
      <vt:lpstr>PowerPoint Presentation</vt:lpstr>
      <vt:lpstr>Camera / World Views</vt:lpstr>
      <vt:lpstr>PowerPoint Presentation</vt:lpstr>
      <vt:lpstr>Status Effects / Shaders</vt:lpstr>
      <vt:lpstr>PowerPoint Presentation</vt:lpstr>
      <vt:lpstr>Parallax</vt:lpstr>
      <vt:lpstr>PowerPoint Presentation</vt:lpstr>
      <vt:lpstr>Pathfinding or Steering</vt:lpstr>
      <vt:lpstr>PowerPoint Presentation</vt:lpstr>
      <vt:lpstr>Extra Features</vt:lpstr>
      <vt:lpstr>PowerPoint Presentation</vt:lpstr>
      <vt:lpstr>Game Progression</vt:lpstr>
      <vt:lpstr>PowerPoint Presentation</vt:lpstr>
      <vt:lpstr>Game Levels / Playthrough</vt:lpstr>
      <vt:lpstr>PowerPoint Presentation</vt:lpstr>
      <vt:lpstr>PowerPoint Presentation</vt:lpstr>
      <vt:lpstr>PowerPoint Presentation</vt:lpstr>
      <vt:lpstr>Anything Else?</vt:lpstr>
    </vt:vector>
  </TitlesOfParts>
  <Manager/>
  <Company>CMP Media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3200</dc:title>
  <dc:subject/>
  <dc:creator>Dave Churchill</dc:creator>
  <cp:keywords/>
  <dc:description/>
  <cp:lastModifiedBy>Dave Churchill</cp:lastModifiedBy>
  <cp:revision>1191</cp:revision>
  <cp:lastPrinted>1904-01-01T00:00:00Z</cp:lastPrinted>
  <dcterms:created xsi:type="dcterms:W3CDTF">2011-01-18T22:56:43Z</dcterms:created>
  <dcterms:modified xsi:type="dcterms:W3CDTF">2025-12-11T02:38:20Z</dcterms:modified>
  <cp:category/>
</cp:coreProperties>
</file>